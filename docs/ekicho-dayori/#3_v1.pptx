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FF"/>
    <a:srgbClr val="EEEBF0"/>
    <a:srgbClr val="042041"/>
    <a:srgbClr val="06264B"/>
    <a:srgbClr val="001432"/>
    <a:srgbClr val="00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1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ushi takamura" userId="bda0184e7c70e3d7" providerId="LiveId" clId="{F0C0B72A-A5F6-4A8C-8E8C-102C092E9D8F}"/>
    <pc:docChg chg="modSld">
      <pc:chgData name="yasushi takamura" userId="bda0184e7c70e3d7" providerId="LiveId" clId="{F0C0B72A-A5F6-4A8C-8E8C-102C092E9D8F}" dt="2026-09-04T12:33:25.406" v="7" actId="20577"/>
      <pc:docMkLst>
        <pc:docMk/>
      </pc:docMkLst>
      <pc:sldChg chg="modSp mod">
        <pc:chgData name="yasushi takamura" userId="bda0184e7c70e3d7" providerId="LiveId" clId="{F0C0B72A-A5F6-4A8C-8E8C-102C092E9D8F}" dt="2026-09-04T12:33:25.406" v="7" actId="20577"/>
        <pc:sldMkLst>
          <pc:docMk/>
          <pc:sldMk cId="1882031827" sldId="260"/>
        </pc:sldMkLst>
        <pc:spChg chg="mod">
          <ac:chgData name="yasushi takamura" userId="bda0184e7c70e3d7" providerId="LiveId" clId="{F0C0B72A-A5F6-4A8C-8E8C-102C092E9D8F}" dt="2026-09-04T12:33:17.793" v="5" actId="20577"/>
          <ac:spMkLst>
            <pc:docMk/>
            <pc:sldMk cId="1882031827" sldId="260"/>
            <ac:spMk id="73" creationId="{88024E00-F722-35CB-E04F-062A35083FAF}"/>
          </ac:spMkLst>
        </pc:spChg>
        <pc:spChg chg="mod">
          <ac:chgData name="yasushi takamura" userId="bda0184e7c70e3d7" providerId="LiveId" clId="{F0C0B72A-A5F6-4A8C-8E8C-102C092E9D8F}" dt="2026-09-04T12:33:25.406" v="7" actId="20577"/>
          <ac:spMkLst>
            <pc:docMk/>
            <pc:sldMk cId="1882031827" sldId="260"/>
            <ac:spMk id="74" creationId="{A7E322F2-9B34-BD51-1EE6-143050C84F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66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F522-4EF2-6257-DBE4-E6A7A0C8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D1D1E-4C9B-508F-CCC4-9759AC1A6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BE979-18C2-226F-4239-07D3180C8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E7065-81FA-9469-15AD-5ABD26E7A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83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CC68-1334-0032-26EF-D0AFD8DB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cess Box">
            <a:extLst>
              <a:ext uri="{FF2B5EF4-FFF2-40B4-BE49-F238E27FC236}">
                <a16:creationId xmlns:a16="http://schemas.microsoft.com/office/drawing/2014/main" id="{7A844345-5930-4CE3-7E69-31CE76EEE543}"/>
              </a:ext>
            </a:extLst>
          </p:cNvPr>
          <p:cNvSpPr/>
          <p:nvPr/>
        </p:nvSpPr>
        <p:spPr>
          <a:xfrm>
            <a:off x="3158940" y="3606010"/>
            <a:ext cx="4246059" cy="2563326"/>
          </a:xfrm>
          <a:prstGeom prst="roundRect">
            <a:avLst>
              <a:gd name="adj" fmla="val 36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F3FB1B5-6872-2C71-3A14-3EA0B77186DA}"/>
              </a:ext>
            </a:extLst>
          </p:cNvPr>
          <p:cNvSpPr/>
          <p:nvPr/>
        </p:nvSpPr>
        <p:spPr>
          <a:xfrm>
            <a:off x="450683" y="3295397"/>
            <a:ext cx="2592000" cy="576000"/>
          </a:xfrm>
          <a:prstGeom prst="roundRect">
            <a:avLst>
              <a:gd name="adj" fmla="val 784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47BDE98-2F09-0552-5703-E3BF95BA8B8D}"/>
              </a:ext>
            </a:extLst>
          </p:cNvPr>
          <p:cNvSpPr>
            <a:spLocks/>
          </p:cNvSpPr>
          <p:nvPr/>
        </p:nvSpPr>
        <p:spPr>
          <a:xfrm>
            <a:off x="458088" y="8620009"/>
            <a:ext cx="5040000" cy="1800000"/>
          </a:xfrm>
          <a:prstGeom prst="roundRect">
            <a:avLst>
              <a:gd name="adj" fmla="val 12309"/>
            </a:avLst>
          </a:prstGeom>
          <a:noFill/>
          <a:ln w="76200" cmpd="dbl">
            <a:solidFill>
              <a:srgbClr val="FF0066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3B6D47B-B52D-521E-9216-ED750ACFAED1}"/>
              </a:ext>
            </a:extLst>
          </p:cNvPr>
          <p:cNvSpPr/>
          <p:nvPr/>
        </p:nvSpPr>
        <p:spPr>
          <a:xfrm>
            <a:off x="10892" y="-43728"/>
            <a:ext cx="7562088" cy="1541247"/>
          </a:xfrm>
          <a:prstGeom prst="rect">
            <a:avLst/>
          </a:prstGeom>
          <a:blipFill>
            <a:blip r:embed="rId3"/>
            <a:stretch>
              <a:fillRect t="-14910" b="-137848"/>
            </a:stretch>
          </a:blipFill>
          <a:ln/>
        </p:spPr>
        <p:txBody>
          <a:bodyPr>
            <a:noAutofit/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5" name="Image 0" descr="/home/claude/ekicho-md/train_crop.png">
            <a:extLst>
              <a:ext uri="{FF2B5EF4-FFF2-40B4-BE49-F238E27FC236}">
                <a16:creationId xmlns:a16="http://schemas.microsoft.com/office/drawing/2014/main" id="{3E3E90A6-8669-0C9A-3132-838D88B86D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173" y="115349"/>
            <a:ext cx="702734" cy="422835"/>
          </a:xfrm>
          <a:prstGeom prst="rect">
            <a:avLst/>
          </a:prstGeom>
          <a:effectLst>
            <a:glow rad="63500">
              <a:srgbClr val="00B0F0">
                <a:alpha val="40000"/>
              </a:srgbClr>
            </a:glow>
          </a:effectLst>
        </p:spPr>
      </p:pic>
      <p:sp>
        <p:nvSpPr>
          <p:cNvPr id="78" name="Text 75">
            <a:extLst>
              <a:ext uri="{FF2B5EF4-FFF2-40B4-BE49-F238E27FC236}">
                <a16:creationId xmlns:a16="http://schemas.microsoft.com/office/drawing/2014/main" id="{251EA993-B01F-E635-53B6-D85705432E83}"/>
              </a:ext>
            </a:extLst>
          </p:cNvPr>
          <p:cNvSpPr/>
          <p:nvPr/>
        </p:nvSpPr>
        <p:spPr>
          <a:xfrm>
            <a:off x="622478" y="7018097"/>
            <a:ext cx="664768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　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マインドフルネス呼吸</a:t>
            </a:r>
            <a:r>
              <a:rPr lang="ja-JP" altLang="en-US" sz="12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機能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をリニューアル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（ウィンドウ表示、タイマ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ー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追加、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BGM調整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など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16F5E8BA-A329-B327-4AF7-BDB7EF8966BD}"/>
              </a:ext>
            </a:extLst>
          </p:cNvPr>
          <p:cNvSpPr/>
          <p:nvPr/>
        </p:nvSpPr>
        <p:spPr>
          <a:xfrm>
            <a:off x="457993" y="2812576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01. 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今月の</a:t>
            </a:r>
            <a:r>
              <a:rPr lang="en-US" sz="2400" b="1" spc="200" dirty="0" err="1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ピックアップ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機能</a:t>
            </a:r>
            <a:endParaRPr lang="en-US" sz="2400" b="1" spc="2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679D4621-0433-682A-7C51-F31A52498557}"/>
              </a:ext>
            </a:extLst>
          </p:cNvPr>
          <p:cNvSpPr/>
          <p:nvPr/>
        </p:nvSpPr>
        <p:spPr>
          <a:xfrm>
            <a:off x="3293778" y="3301852"/>
            <a:ext cx="3960000" cy="29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4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「良いこと日記（3行日記）」</a:t>
            </a:r>
            <a:endParaRPr lang="en-US" sz="18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17212847-80F1-0809-82A5-E85F2245C5AF}"/>
              </a:ext>
            </a:extLst>
          </p:cNvPr>
          <p:cNvSpPr/>
          <p:nvPr/>
        </p:nvSpPr>
        <p:spPr>
          <a:xfrm>
            <a:off x="3293777" y="3747858"/>
            <a:ext cx="3976387" cy="2371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以前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寝る前の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良いこと日記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帳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書き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始めたことがあったのですが、いざペンを持つと、なんだか言葉が浮かんでこなくて、面倒くさく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なっ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て、やめちゃいました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ふて寝しつつ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スマホのメモで日記をつけてみ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たら、ハードルが下がったのか、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寝る前にメモする癖がついてきました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良いこと」をいつも探している人は、それを続けるうちに「良いこと」を見つける力が発達してくるそうです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b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</a:b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それって素晴らしいですよね。</a:t>
            </a:r>
            <a:endParaRPr lang="en-US" sz="11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このアプリで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も、気軽に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続けられる3行日記を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1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というコンセプトで作っているので、ぜひ使ってみてください</a:t>
            </a:r>
            <a:r>
              <a:rPr lang="ja-JP" alt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ね</a:t>
            </a:r>
            <a:r>
              <a:rPr lang="en-US" sz="11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</p:txBody>
      </p:sp>
      <p:sp>
        <p:nvSpPr>
          <p:cNvPr id="82" name="Shape 79">
            <a:extLst>
              <a:ext uri="{FF2B5EF4-FFF2-40B4-BE49-F238E27FC236}">
                <a16:creationId xmlns:a16="http://schemas.microsoft.com/office/drawing/2014/main" id="{F647589C-015F-B644-1E25-B731D9880D5E}"/>
              </a:ext>
            </a:extLst>
          </p:cNvPr>
          <p:cNvSpPr/>
          <p:nvPr/>
        </p:nvSpPr>
        <p:spPr>
          <a:xfrm>
            <a:off x="478268" y="6386411"/>
            <a:ext cx="664768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9C37866A-E52A-BF02-BA8F-60AA088BC6A8}"/>
              </a:ext>
            </a:extLst>
          </p:cNvPr>
          <p:cNvSpPr/>
          <p:nvPr/>
        </p:nvSpPr>
        <p:spPr>
          <a:xfrm>
            <a:off x="457993" y="8150525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03. </a:t>
            </a:r>
            <a:r>
              <a:rPr lang="en-US" sz="2400" b="1" spc="200" dirty="0" err="1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駅長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のアプリ開発日記</a:t>
            </a:r>
            <a:endParaRPr lang="en-US" sz="2400" spc="200" dirty="0"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7B2D5274-CA50-7EF0-D9EE-1739F681488B}"/>
              </a:ext>
            </a:extLst>
          </p:cNvPr>
          <p:cNvSpPr/>
          <p:nvPr/>
        </p:nvSpPr>
        <p:spPr>
          <a:xfrm>
            <a:off x="651882" y="8764521"/>
            <a:ext cx="4690584" cy="1530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仕事を再開してひと月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が経ちますが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不安ってなくならないものだなあ、とつくづく思います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またいろいろ受け止めすぎている。</a:t>
            </a:r>
            <a:endParaRPr lang="en-US" sz="12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でも、それを「ダメ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悪い」と評価せず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に自分を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外側から眺め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てみ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る、そう意識する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と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、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少しずつ心のざわつきが収まってきます。</a:t>
            </a:r>
            <a:endParaRPr lang="en-US" sz="1200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mo Bold" panose="020B0600070205080204" charset="0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不安を抱えている自分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を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「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見ている自分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」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がいる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その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感覚になって初めて、自分のケアを始められる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そんな気がし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て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ます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。</a:t>
            </a:r>
          </a:p>
        </p:txBody>
      </p:sp>
      <p:pic>
        <p:nvPicPr>
          <p:cNvPr id="13" name="図 12" descr="The image shows a night sky with a moon, a long train, and various Japanese words and numbers, possibly indicating a promotional or advertisement layout.&#10;&#10;AI 生成コンテンツは誤りを含む可能性があります。">
            <a:extLst>
              <a:ext uri="{FF2B5EF4-FFF2-40B4-BE49-F238E27FC236}">
                <a16:creationId xmlns:a16="http://schemas.microsoft.com/office/drawing/2014/main" id="{AB20CD71-2108-C5CA-6B80-BB71DB7F97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54" t="26445" r="7525" b="29074"/>
          <a:stretch>
            <a:fillRect/>
          </a:stretch>
        </p:blipFill>
        <p:spPr>
          <a:xfrm>
            <a:off x="466460" y="3305537"/>
            <a:ext cx="2564607" cy="553273"/>
          </a:xfrm>
          <a:prstGeom prst="rect">
            <a:avLst/>
          </a:prstGeom>
        </p:spPr>
      </p:pic>
      <p:pic>
        <p:nvPicPr>
          <p:cNvPr id="18" name="図 17" descr="2026/08/11&#10;&#10;AI 生成コンテンツは誤りを含む可能性があります。">
            <a:extLst>
              <a:ext uri="{FF2B5EF4-FFF2-40B4-BE49-F238E27FC236}">
                <a16:creationId xmlns:a16="http://schemas.microsoft.com/office/drawing/2014/main" id="{CB598BBB-BED9-C505-FBEC-3075DA72C9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5" b="35088"/>
          <a:stretch>
            <a:fillRect/>
          </a:stretch>
        </p:blipFill>
        <p:spPr>
          <a:xfrm>
            <a:off x="425283" y="3954243"/>
            <a:ext cx="2622717" cy="2196167"/>
          </a:xfrm>
          <a:prstGeom prst="rect">
            <a:avLst/>
          </a:prstGeom>
        </p:spPr>
      </p:pic>
      <p:sp>
        <p:nvSpPr>
          <p:cNvPr id="73" name="Text 71">
            <a:extLst>
              <a:ext uri="{FF2B5EF4-FFF2-40B4-BE49-F238E27FC236}">
                <a16:creationId xmlns:a16="http://schemas.microsoft.com/office/drawing/2014/main" id="{88024E00-F722-35CB-E04F-062A35083FAF}"/>
              </a:ext>
            </a:extLst>
          </p:cNvPr>
          <p:cNvSpPr/>
          <p:nvPr/>
        </p:nvSpPr>
        <p:spPr>
          <a:xfrm>
            <a:off x="1158240" y="209903"/>
            <a:ext cx="349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5276"/>
              </a:lnSpc>
            </a:pPr>
            <a:r>
              <a:rPr lang="en-US" altLang="ja-JP" sz="36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/>
                <a:sym typeface="Arimo Bold"/>
              </a:rPr>
              <a:t>駅長だより</a:t>
            </a:r>
            <a:r>
              <a:rPr lang="en-US" altLang="ja-JP" sz="3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/>
                <a:sym typeface="Arimo Bold"/>
              </a:rPr>
              <a:t> ♯3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A7E322F2-9B34-BD51-1EE6-143050C84F00}"/>
              </a:ext>
            </a:extLst>
          </p:cNvPr>
          <p:cNvSpPr/>
          <p:nvPr/>
        </p:nvSpPr>
        <p:spPr>
          <a:xfrm>
            <a:off x="1163606" y="876311"/>
            <a:ext cx="3967194" cy="41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〜 ココロの途中下車アプリ </a:t>
            </a:r>
            <a:r>
              <a:rPr lang="en-US" sz="1200" i="1" dirty="0" err="1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開発だより</a:t>
            </a: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 〜</a:t>
            </a:r>
            <a:r>
              <a:rPr lang="ja-JP" alt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 </a:t>
            </a:r>
            <a:r>
              <a:rPr lang="en-US" sz="1200" i="1" dirty="0">
                <a:solidFill>
                  <a:srgbClr val="B9CBD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 pitchFamily="34" charset="-120"/>
              </a:rPr>
              <a:t>2026年9月号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Shape 79">
            <a:extLst>
              <a:ext uri="{FF2B5EF4-FFF2-40B4-BE49-F238E27FC236}">
                <a16:creationId xmlns:a16="http://schemas.microsoft.com/office/drawing/2014/main" id="{838D4128-6691-41D2-987F-B7BCD0619060}"/>
              </a:ext>
            </a:extLst>
          </p:cNvPr>
          <p:cNvSpPr/>
          <p:nvPr/>
        </p:nvSpPr>
        <p:spPr>
          <a:xfrm>
            <a:off x="458088" y="7935678"/>
            <a:ext cx="664768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Text 76">
            <a:extLst>
              <a:ext uri="{FF2B5EF4-FFF2-40B4-BE49-F238E27FC236}">
                <a16:creationId xmlns:a16="http://schemas.microsoft.com/office/drawing/2014/main" id="{2327A2BB-6473-0E92-1C5B-86B856781105}"/>
              </a:ext>
            </a:extLst>
          </p:cNvPr>
          <p:cNvSpPr/>
          <p:nvPr/>
        </p:nvSpPr>
        <p:spPr>
          <a:xfrm>
            <a:off x="457993" y="664024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02. </a:t>
            </a:r>
            <a:r>
              <a:rPr lang="ja-JP" altLang="en-US" sz="2400" b="1" spc="200" dirty="0">
                <a:solidFill>
                  <a:srgbClr val="E124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アップデート情報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9853ED-B2AC-3F9B-5A99-E5BB57FD3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6260" y="8508992"/>
            <a:ext cx="1748358" cy="1748358"/>
          </a:xfrm>
          <a:prstGeom prst="rect">
            <a:avLst/>
          </a:prstGeom>
          <a:ln>
            <a:noFill/>
          </a:ln>
        </p:spPr>
      </p:pic>
      <p:pic>
        <p:nvPicPr>
          <p:cNvPr id="5" name="グラフィックス 4" descr="物語 単色塗りつぶし">
            <a:extLst>
              <a:ext uri="{FF2B5EF4-FFF2-40B4-BE49-F238E27FC236}">
                <a16:creationId xmlns:a16="http://schemas.microsoft.com/office/drawing/2014/main" id="{3000923B-8234-C312-7B2F-ECC5DF9F6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5579" y="2648173"/>
            <a:ext cx="468000" cy="468000"/>
          </a:xfrm>
          <a:prstGeom prst="rect">
            <a:avLst/>
          </a:prstGeom>
        </p:spPr>
      </p:pic>
      <p:sp>
        <p:nvSpPr>
          <p:cNvPr id="300" name="Access Box">
            <a:extLst>
              <a:ext uri="{FF2B5EF4-FFF2-40B4-BE49-F238E27FC236}">
                <a16:creationId xmlns:a16="http://schemas.microsoft.com/office/drawing/2014/main" id="{492007C7-0DFA-5BAD-3B7C-DD08D33357E0}"/>
              </a:ext>
            </a:extLst>
          </p:cNvPr>
          <p:cNvSpPr/>
          <p:nvPr/>
        </p:nvSpPr>
        <p:spPr>
          <a:xfrm>
            <a:off x="213360" y="1642462"/>
            <a:ext cx="7179902" cy="938858"/>
          </a:xfrm>
          <a:prstGeom prst="roundRect">
            <a:avLst>
              <a:gd name="adj" fmla="val 18831"/>
            </a:avLst>
          </a:prstGeom>
          <a:solidFill>
            <a:srgbClr val="FF0066"/>
          </a:solidFill>
          <a:ln>
            <a:noFill/>
          </a:ln>
        </p:spPr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01" name="QR Code" descr="ココロの途中下車アプリ QRコード">
            <a:extLst>
              <a:ext uri="{FF2B5EF4-FFF2-40B4-BE49-F238E27FC236}">
                <a16:creationId xmlns:a16="http://schemas.microsoft.com/office/drawing/2014/main" id="{E658BEBF-5513-56D4-C501-263A451C4D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988" y="1724635"/>
            <a:ext cx="761252" cy="761252"/>
          </a:xfrm>
          <a:prstGeom prst="rect">
            <a:avLst/>
          </a:prstGeom>
        </p:spPr>
      </p:pic>
      <p:sp>
        <p:nvSpPr>
          <p:cNvPr id="302" name="Access Text">
            <a:extLst>
              <a:ext uri="{FF2B5EF4-FFF2-40B4-BE49-F238E27FC236}">
                <a16:creationId xmlns:a16="http://schemas.microsoft.com/office/drawing/2014/main" id="{FF3EBDD9-54D7-9F51-1698-A3DCD8896CAF}"/>
              </a:ext>
            </a:extLst>
          </p:cNvPr>
          <p:cNvSpPr/>
          <p:nvPr/>
        </p:nvSpPr>
        <p:spPr>
          <a:xfrm>
            <a:off x="1341868" y="1642462"/>
            <a:ext cx="6051394" cy="93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アプリはこちらから（ダウンロード不要です）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altLang="ja-JP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https://loquacious-snickerdoodle-9e80f4.netlify.app/</a:t>
            </a: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B687BAED-2B69-7857-CD11-DE093A2A4107}"/>
              </a:ext>
            </a:extLst>
          </p:cNvPr>
          <p:cNvSpPr/>
          <p:nvPr/>
        </p:nvSpPr>
        <p:spPr>
          <a:xfrm>
            <a:off x="622478" y="7353300"/>
            <a:ext cx="664768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　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NR赤坂駅</a:t>
            </a:r>
            <a:r>
              <a:rPr lang="ja-JP" altLang="en-US" sz="12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プラット</a:t>
            </a:r>
            <a:r>
              <a:rPr lang="en-US" sz="12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ホームをリニューアル</a:t>
            </a:r>
            <a:r>
              <a:rPr lang="en-US" sz="1200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（駅長ペンギンの配属、銀河鉄道の運行</a:t>
            </a:r>
            <a:r>
              <a:rPr lang="ja-JP" alt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など</a:t>
            </a:r>
            <a:r>
              <a:rPr lang="en-US" sz="12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mo Bold" panose="020B0600070205080204" charset="0"/>
              </a:rPr>
              <a:t>）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2E349DEA-14BD-2368-BF19-17910B3D176E}"/>
              </a:ext>
            </a:extLst>
          </p:cNvPr>
          <p:cNvGrpSpPr/>
          <p:nvPr/>
        </p:nvGrpSpPr>
        <p:grpSpPr>
          <a:xfrm>
            <a:off x="428673" y="7072097"/>
            <a:ext cx="269777" cy="269407"/>
            <a:chOff x="415974" y="7072097"/>
            <a:chExt cx="269777" cy="269407"/>
          </a:xfrm>
        </p:grpSpPr>
        <p:pic>
          <p:nvPicPr>
            <p:cNvPr id="8" name="グラフィックス 7" descr="りんご 単色塗りつぶし">
              <a:extLst>
                <a:ext uri="{FF2B5EF4-FFF2-40B4-BE49-F238E27FC236}">
                  <a16:creationId xmlns:a16="http://schemas.microsoft.com/office/drawing/2014/main" id="{160C67F4-1371-EA23-CAE7-AD2592F1FB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3751" y="7072097"/>
              <a:ext cx="252000" cy="2520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7719E3F-2137-66D8-DD1E-5C59EF56382F}"/>
                </a:ext>
              </a:extLst>
            </p:cNvPr>
            <p:cNvSpPr txBox="1"/>
            <p:nvPr/>
          </p:nvSpPr>
          <p:spPr>
            <a:xfrm>
              <a:off x="415974" y="7126060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１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9C1F0BC-C499-4F2A-03E2-9AB6A9B7FEED}"/>
              </a:ext>
            </a:extLst>
          </p:cNvPr>
          <p:cNvGrpSpPr/>
          <p:nvPr/>
        </p:nvGrpSpPr>
        <p:grpSpPr>
          <a:xfrm>
            <a:off x="428673" y="7404869"/>
            <a:ext cx="269776" cy="271081"/>
            <a:chOff x="415974" y="7404869"/>
            <a:chExt cx="269776" cy="271081"/>
          </a:xfrm>
        </p:grpSpPr>
        <p:pic>
          <p:nvPicPr>
            <p:cNvPr id="9" name="グラフィックス 8" descr="りんご 単色塗りつぶし">
              <a:extLst>
                <a:ext uri="{FF2B5EF4-FFF2-40B4-BE49-F238E27FC236}">
                  <a16:creationId xmlns:a16="http://schemas.microsoft.com/office/drawing/2014/main" id="{DBF5B6C7-F06C-3ECC-40E7-CBBD9D19AE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3750" y="7404869"/>
              <a:ext cx="252000" cy="2520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5FA936D-E647-D7A4-3866-000D413A5DE8}"/>
                </a:ext>
              </a:extLst>
            </p:cNvPr>
            <p:cNvSpPr txBox="1"/>
            <p:nvPr/>
          </p:nvSpPr>
          <p:spPr>
            <a:xfrm>
              <a:off x="415974" y="7460506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２</a:t>
              </a: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7C0FD5D-BF0F-8F2E-0EBB-007B9B92F3EF}"/>
              </a:ext>
            </a:extLst>
          </p:cNvPr>
          <p:cNvSpPr txBox="1"/>
          <p:nvPr/>
        </p:nvSpPr>
        <p:spPr>
          <a:xfrm>
            <a:off x="5718739" y="8355880"/>
            <a:ext cx="15216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FF0066"/>
                </a:solidFill>
              </a:rPr>
              <a:t>全然開発の話じゃないね</a:t>
            </a:r>
          </a:p>
        </p:txBody>
      </p:sp>
    </p:spTree>
    <p:extLst>
      <p:ext uri="{BB962C8B-B14F-4D97-AF65-F5344CB8AC3E}">
        <p14:creationId xmlns:p14="http://schemas.microsoft.com/office/powerpoint/2010/main" val="188203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DB03EF-CD1A-41BC-8544-1480A5AEA61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c54503f-5884-40f3-8c34-dcec0353ce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212</Words>
  <Application>Microsoft Office PowerPoint</Application>
  <PresentationFormat>ユーザー設定</PresentationFormat>
  <Paragraphs>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メイリオ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yasushi takamura</cp:lastModifiedBy>
  <cp:revision>31</cp:revision>
  <dcterms:created xsi:type="dcterms:W3CDTF">2026-08-10T16:56:47Z</dcterms:created>
  <dcterms:modified xsi:type="dcterms:W3CDTF">2026-09-04T12:33:35Z</dcterms:modified>
</cp:coreProperties>
</file>